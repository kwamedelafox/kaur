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conducted interviews to gather insights on these key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onboarding process needs to be streamlined to improve user satisfaction.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revising the alert color scheme to enhance user comfort.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Improving the visibility of the export feature could enhance user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findings highlight areas for immediate improvement in the user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Implementing these changes should address user concerns and improve overall satisfaction.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62915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Generated by URA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User Research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A summary of recent user feedback on our mobile 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Understand user experiences with the new mobile app onboarding process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Evaluate the usability of the report export feature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Experience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Participants found the onboarding process confusing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Too many steps before accessing the dashboard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Positive feedback on the helpfulness of charts post-onboarding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 Feedback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Dark mode well-received by users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Red alerts perceived as too aggressive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Export Process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Users unaware of the PDF export feature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Preference for more accessible placement of export button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Onboarding process needs simplification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UI color scheme requires adjustments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Export functionality needs to be more prominent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Revise onboarding flow to reduce steps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Adjust UI color alerts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Reposition export button for better visibility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2025-12-31T06:47:44Z</dcterms:created>
  <dcterms:modified xsi:type="dcterms:W3CDTF">2025-12-31T06:47:44Z</dcterms:modified>
</cp:coreProperties>
</file>