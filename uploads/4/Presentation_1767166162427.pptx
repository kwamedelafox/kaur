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brief introduction to the research objective and methods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findings from the onboarding feedback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issues with the current export flow and potential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major insights derived from user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proposed actions to address the issues identified in the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6291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Generated by URA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User Research Summary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Overview of Research Findings and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Objective: Understand user experience with the new mobile app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Methods: User interviews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Focus: Onboarding process and export flow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Users found the onboarding process confusing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Participants noted too many steps to reach the dashboard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Positive feedback on the helpfulness of charts once accessed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Mixed feedback on UI colors: Dark mode appreciated, red alerts too aggressive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Flow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Users primarily take screenshots to export reports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Lack of awareness about existing PDF export feature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Feedback suggests relocation of export button to main chart area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Simplify onboarding to enhance user experience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Improve visibility of key features like PDF export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Consider UI adjustments based on user feedback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Refine onboarding process to reduce steps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Relocate PDF export button for better accessibility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Test UI color adjustments with more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2025-12-31T07:29:22Z</dcterms:created>
  <dcterms:modified xsi:type="dcterms:W3CDTF">2025-12-31T07:29:22Z</dcterms:modified>
</cp:coreProperties>
</file>