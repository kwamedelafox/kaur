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findings highlight areas where the user experience could be improved by simplifying the onboarding process, adjusting the alert color scheme, and making key features like PDF export more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Understanding user preferences can guide design adjustments that enhance usability and satisfaction.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Implementing these steps can lead to a more intuitive user experience and increased feature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6291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Generated by URA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User Feedback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Insights from recent user interviews on mobile app onboarding and export flow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Onboarding process is perceived as too lengthy and confusing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Users find dark mode appealing, but alert colors are too aggressive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PDF export feature is not easily discoverable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Participants prefer to quickly access the dashboard without extensive onboarding steps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Dark mode is well-received, but the intensity of red alerts may cause discomfort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Users often resort to taking screenshots for report export due to lack of awareness of PDF export feature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Review and streamline the onboarding process to minimize steps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Consider adjusting alert color scheme for better visual comfort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Improve the visibility and accessibility of the PDF export feature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2025-12-31T12:30:42Z</dcterms:created>
  <dcterms:modified xsi:type="dcterms:W3CDTF">2025-12-31T12:30:42Z</dcterms:modified>
</cp:coreProperties>
</file>